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34"/>
    <p:sldId id="284" r:id="rId35"/>
    <p:sldId id="285" r:id="rId36"/>
    <p:sldId id="286" r:id="rId37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camadas decidem o que o usuário vê: o catálogo e o espaço na role (o tile aparece), o S_START do grupo de serviços (o OData responde) e os objetos ZPC_ADMIN e ZPC_PEDIDO (os botões e ações ficam habilitados). As análises usam o serviço ZUI_PC_ANALITICO_O4; a leitura só exige a atividade 03 se a DCL opcional for ativada (abap/README.md, seção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5 serviços OData V4, IAM ou PFCG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B3A7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1EFFF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1EFFF"/>
                </a:solidFill>
              </a:rPr>
              <a:t>Arquivos: docs/apresentacoes/01 a 05 · fontes em abap/ e ui5/ · diagrama em docs/pedidos-de-compras.drawio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D1EFF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ON-PREMISE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Quem vê cada app: tile, S_START e objeto ZPC_*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1100000"/>
                <a:gridCol w="1850000"/>
                <a:gridCol w="2300000"/>
                <a:gridCol w="1196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Intent do tile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Grupo de serviços (S_START)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análises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ZPCAnalise*-display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ZPC_* 03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Z_PC_ADMIN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69016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Estoque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595400" y="5111496"/>
            <a:ext cx="8138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740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96960" y="5440680"/>
            <a:ext cx="86720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Análises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Role Z_PC_COMUM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Reembolsos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Menu da role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 + espaço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 V4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G4BA → S_START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Objetos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 · ZPC_PEDIDO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Valores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SU24 por grupo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Usuários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SU01 + comparação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Diagnóstico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SU53 · STAUTHTRACE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Leitura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DCL (atividade 03)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o catálogo na role o tile nem aparece; com o tile e sem S_START, o serviço responde 403. Os botões seguem ZCL_PC_AUTH (etapa 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