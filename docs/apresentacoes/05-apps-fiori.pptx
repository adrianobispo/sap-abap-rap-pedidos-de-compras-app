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pasta em ui5/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 em docs/pedidos-de-compras.drawio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