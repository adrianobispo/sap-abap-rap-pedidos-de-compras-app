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pasta em ui5/ tem package.json, node_modules e configuração próprios. O ui5.yaml sobe o servidor local com proxy para o BTP (login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 as cinco etapas como um único fluxo. Cada uma tem seu deck para aprofundar.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tudo em ABAP Cloud no SAP BTP ABAP Environment.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Apps Fiori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ui5/&lt;app&gt;/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proxy /sap → BTP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BTP,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BTP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ui5/analise-clientes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ui5/pedidos-compras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ui5/analise-pedidos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ui5/analise-reembolsos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QUALIDADE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Lint, build e testes antes de cada deploy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 SÉRIE COMPLETA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Do banco de dados ao launchpad</a:t>
            </a:r>
            <a:endParaRPr lang="en-US" sz="3000" dirty="0"/>
          </a:p>
        </p:txBody>
      </p:sp>
      <p:sp>
        <p:nvSpPr>
          <p:cNvPr id="4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12000"/>
            </a:srgbClr>
          </a:solidFill>
          <a:ln/>
        </p:spPr>
      </p:sp>
      <p:sp>
        <p:nvSpPr>
          <p:cNvPr id="5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8000"/>
            </a:srgbClr>
          </a:solidFill>
          <a:ln/>
        </p:spPr>
      </p:sp>
      <p:sp>
        <p:nvSpPr>
          <p:cNvPr id="7" name="Cartão"/>
          <p:cNvSpPr/>
          <p:nvPr/>
        </p:nvSpPr>
        <p:spPr>
          <a:xfrm>
            <a:off x="548640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2011680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Modelagem de dados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10 tabelas ativas, 8 drafts, CodeLists, numeração e mensagens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2813243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13" name="Text 9"/>
          <p:cNvSpPr/>
          <p:nvPr/>
        </p:nvSpPr>
        <p:spPr>
          <a:xfrm>
            <a:off x="3041843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2011680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41843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Core Data Services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3041843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Views ZR_, 9 projeções, 11 value helps, 13 ddlx e 4 cubos</a:t>
            </a:r>
            <a:endParaRPr lang="en-US" sz="1250" dirty="0"/>
          </a:p>
        </p:txBody>
      </p:sp>
      <p:sp>
        <p:nvSpPr>
          <p:cNvPr id="17" name="Cartão"/>
          <p:cNvSpPr/>
          <p:nvPr/>
        </p:nvSpPr>
        <p:spPr>
          <a:xfrm>
            <a:off x="5077846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5306446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pic>
        <p:nvPicPr>
          <p:cNvPr id="19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2011680"/>
            <a:ext cx="384048" cy="3840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06446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Comportamento RAP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06446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4 BOs managed com draft, regras, ações e EML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7342449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23" name="Text 17"/>
          <p:cNvSpPr/>
          <p:nvPr/>
        </p:nvSpPr>
        <p:spPr>
          <a:xfrm>
            <a:off x="7571049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pic>
        <p:nvPicPr>
          <p:cNvPr id="24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2011680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571049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Serviços OData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7571049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5 serviços OData V4 publicados, IAM e roles</a:t>
            </a:r>
            <a:endParaRPr lang="en-US" sz="1250" dirty="0"/>
          </a:p>
        </p:txBody>
      </p:sp>
      <p:sp>
        <p:nvSpPr>
          <p:cNvPr id="27" name="Cartão"/>
          <p:cNvSpPr/>
          <p:nvPr/>
        </p:nvSpPr>
        <p:spPr>
          <a:xfrm>
            <a:off x="9607052" y="1737360"/>
            <a:ext cx="2036003" cy="2926080"/>
          </a:xfrm>
          <a:prstGeom prst="roundRect">
            <a:avLst>
              <a:gd name="adj" fmla="val 5389"/>
            </a:avLst>
          </a:prstGeom>
          <a:solidFill>
            <a:srgbClr val="1D232A"/>
          </a:solidFill>
          <a:ln/>
        </p:spPr>
      </p:sp>
      <p:sp>
        <p:nvSpPr>
          <p:cNvPr id="28" name="Text 21"/>
          <p:cNvSpPr/>
          <p:nvPr/>
        </p:nvSpPr>
        <p:spPr>
          <a:xfrm>
            <a:off x="9835652" y="196596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pic>
        <p:nvPicPr>
          <p:cNvPr id="29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2011680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9835652" y="269748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Apps Fiori</a:t>
            </a:r>
            <a:endParaRPr lang="en-US" sz="1600" dirty="0"/>
          </a:p>
        </p:txBody>
      </p:sp>
      <p:sp>
        <p:nvSpPr>
          <p:cNvPr id="31" name="Text 23"/>
          <p:cNvSpPr txBox="1"/>
          <p:nvPr/>
        </p:nvSpPr>
        <p:spPr>
          <a:xfrm>
            <a:off x="9835652" y="3429000"/>
            <a:ext cx="15788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9B4BE"/>
                </a:solidFill>
              </a:rPr>
              <a:t>8 apps, launchpad local e deploy no ABAP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029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4BE"/>
                </a:solidFill>
              </a:rPr>
              <a:t>Arquivos: docs/apresentacoes/01 a 05 · fontes em abap/ e ui5/ · diagramas em docs/diagramas/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5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Quatro apps Fiori Elements, quatro análises SAPUI5, navegação entre apps e acesso pelo launchpad.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SÉRIE CONCLUÍDA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Modelagem, CDS, RAP, OData e Fiori em ABAP Cloud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