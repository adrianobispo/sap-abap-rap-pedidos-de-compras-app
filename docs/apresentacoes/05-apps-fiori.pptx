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pasta em ui5/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DE 5 · SAP RAP NO BTP OU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Apps Fiori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ui5/&lt;app&gt;/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4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12000"/>
            </a:srgbClr>
          </a:solidFill>
          <a:ln/>
        </p:spPr>
      </p:sp>
      <p:sp>
        <p:nvSpPr>
          <p:cNvPr id="5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8000"/>
            </a:srgbClr>
          </a:solidFill>
          <a:ln/>
        </p:spPr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4BE"/>
                </a:solidFill>
              </a:rPr>
              <a:t>Arquivos: docs/apresentacoes/01 a 05 · fontes em abap/ e ui5/ · diagramas em diagramas/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análises SAPUI5, navegação entre apps e acesso pelo launchpad.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SÉRIE CONCLUÍDA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CDS, RAP, OData e Fiori no BTP ou On-Premise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