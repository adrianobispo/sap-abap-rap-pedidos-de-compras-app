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3.xml" ContentType="application/vnd.openxmlformats-officedocument.presentationml.slide+xml"/>
  <Override PartName="/ppt/notesSlides/notesSlide4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8" r:id="rId49"/>
    <p:sldId id="294" r:id="rId40"/>
    <p:sldId id="297" r:id="rId48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  <Relationship Id="rId49" Type="http://schemas.openxmlformats.org/officeDocument/2006/relationships/slide" Target="slides/slide43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curta sobre os testes automatizados: primeiro a visão geral das 13 classes, depois a técnica para testar um BO e, por fim, os cenários testados em cada um dos quatro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cone-testes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14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204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(19)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 sem ViaCEP, exclusão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reservar, liberar, baixar; inativação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(17)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precheck, pagamento, snapshots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(74)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204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COMO TESTAR UM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TESTES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ABAP Unit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204 testes em 13 classes. Nos quatro BOs, cada cenário roda por EML sobre test doubles: o que deve passar e o que precisa ser recusado.</a:t>
            </a:r>
            <a:endParaRPr lang="en-US" sz="1800" dirty="0"/>
          </a:p>
        </p:txBody>
      </p:sp>
      <p:sp>
        <p:nvSpPr>
          <p:cNvPr id="7" name="Ícone teste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tes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19 testes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24 testes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17 testes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5 testes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