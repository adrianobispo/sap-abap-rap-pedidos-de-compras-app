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  <Relationship Id="rId47" Type="http://schemas.openxmlformats.org/officeDocument/2006/relationships/slide" Target="slides/slide4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15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permanentes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50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ZCL_PC_UTIL, todos passando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Outras classes com testes: ZCL_PC_PAGAMENTO_SIM, ZCL_PC_IMPORTACAO e ZCL_PC_PLANILHA.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de teste local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ltcl_digitos_cpf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CPF e telefone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ltcl_email_imagem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e-mail e JPEG/PNG/WEBP (MIME, extensão, assinatura)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ltcl_registro_pedido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Save cria pedido ABERTO, número e reserva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ltcl_edicao_pedido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alterar, incluir e remover item com reserva incremental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ltcl_ciclo_pedido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pagamento aprovado/recusado, aprovar, cancelar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ltcl_reembolso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(cancela, devolve) e rejeitar (retoma)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ltcl_sku_item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SKU com prefixo da categoria e sequencial único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ltcl_persistencia_endereco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COMMIT ENTITIES real; CEP gravado é somente leitura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Testes ABAP Unit permanentes, no sistema e no repositório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