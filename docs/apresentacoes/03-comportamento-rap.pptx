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05b395b-fe7c-93c8-6816-c822ffc09d24}">
          <p14:sldIdLst>
            <p14:sldId id="256"/>
            <p14:sldId id="257"/>
            <p14:sldId id="258"/>
          </p14:sldIdLst>
        </p14:section>
        <p14:section name="Draft e regras" id="{a8c1bbb5-4e07-d65b-060a-dd6c50d5d398}">
          <p14:sldIdLst>
            <p14:sldId id="259"/>
            <p14:sldId id="260"/>
            <p14:sldId id="261"/>
            <p14:sldId id="262"/>
          </p14:sldIdLst>
        </p14:section>
        <p14:section name="Integração entre BOs" id="{70b1ee0a-b6a8-1365-b7ef-14819b9162a8}">
          <p14:sldIdLst>
            <p14:sldId id="263"/>
            <p14:sldId id="264"/>
            <p14:sldId id="265"/>
          </p14:sldIdLst>
        </p14:section>
        <p14:section name="Segurança e dados" id="{1aac4118-e39b-b21a-73f2-3d4d86a577eb}">
          <p14:sldIdLst>
            <p14:sldId id="266"/>
            <p14:sldId id="267"/>
            <p14:sldId id="268"/>
          </p14:sldIdLst>
        </p14:section>
        <p14:section name="Encerramento" id="{b69dc7b1-4fab-686f-b5cd-96f8a12ebe8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As views de BO ganham comportamento: o que pode ser criado e alterado, quando cada regra roda, quais ações existem e como os BOs conversam entre si por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adicional: é ali que o estoque é reservado.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A numeração do pedido foi para on modify para não violar a fase de save.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 O Reembolso, por sua vez, chama CancelarPorReembolso e RetomarPedido no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CEP é um campo comum do Fiori Elements. A determination PreencherEnderecoViaCep reaproveita CEPs já cadastrados e só chama o ViaCEP para CEPs novos; os side effects recarregam os campos na tela. No save, ValidarCep e ValidarCepUnico decidem.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ação, sem o usuário atualizar a página.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ZCL_PC_AUTH concentra os AUTHORITY-CHECK;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estática ImportarPlanilha, com parâmetro deep, recebe um .xlsx ou .csv e cria instâncias ativas por EML. Valem todas as determinations e validations: CPF único, ViaCEP, numeração, reserva de estoque. Se uma linha falhar,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draft com Prepare e Activate; determinations calculam e validations barram; o status habilita as ações; EML integra os BOs.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Comportamento RAP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Behavior definitions, draft, determinations, validations, actions e EML: as regras de negócio dos quatro BOs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98080" y="184708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139696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6974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 ( 2 )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2990088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Checagens mais rígidas de sintaxe e boas práticas do ABAP Cloud.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354787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draft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384048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Rascunhos persistidos em ZTA_*_D até o usuário salvar.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39826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 / lock master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4690872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Concorrência otimista (ETag) e bloqueio do BO inteiro pelo root.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24865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: instance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5541264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Disponibilidade calculada por instância (feature control).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 com implementação adicional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Save do rascunho registra o pedido como ABERTO e a determination ReservarEstoqueRegistro reserva o estoque; ao editar itens de um pedido aberto, só a diferença é reservada ou liberada.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.clas.locals_imp.abap"/>
          <p:cNvSpPr/>
          <p:nvPr/>
        </p:nvSpPr>
        <p:spPr>
          <a:xfrm>
            <a:off x="3794760" y="1764792"/>
            <a:ext cx="29718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ZBP_R_PC_PEDIDO.clas.locals_imp.abap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29718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Trecho de código"/>
          <p:cNvSpPr txBox="1"/>
          <p:nvPr/>
        </p:nvSpPr>
        <p:spPr>
          <a:xfrm>
            <a:off x="3886200" y="2148840"/>
            <a:ext cx="76196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INTEGRAÇÃO EXTERNA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Endereço preenchido pelo ViaCEP, sem código no front-end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chain-link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chain-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cl_http_destination_provider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create_by_url no trial; em produção, Communication Arrangement.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history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Cache de 100 CEPs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Evita chamadas repetidas na mesma sessão; cliente HTTP sempre fechado.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critical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critic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CepStatus V / I / X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determination grava o resultado; a validation só o avalia no save.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EXPERIÊNCIA NO FIORI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 do pedido;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quantidade disponível zerada nem chega ao rascunho.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AUTH"/>
          <p:cNvSpPr/>
          <p:nvPr/>
        </p:nvSpPr>
        <p:spPr>
          <a:xfrm>
            <a:off x="640080" y="1719072"/>
            <a:ext cx="12573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2573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ZCL_PC_AUTH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get_global_authorizations (BO Pedido)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Fora do trial: c_modo_trial =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IMPORTAÇÃO EM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permanentes cobrem o ciclo do pedido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50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ZCL_PC_UTIL, todos passando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Outras classes com testes: ZCL_PC_PAGAMENTO_SIM, ZCL_PC_IMPORTACAO e ZCL_PC_PLANILHA.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de teste local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ltcl_digitos_cpf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CPF e telefone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ltcl_email_imagem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e-mail e JPEG/PNG/WEBP (MIME, extensão, assinatura)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ltcl_registro_pedido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Save cria pedido ABERTO, número e reserva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ltcl_edicao_pedido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alterar, incluir e remover item com reserva incremental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ltcl_ciclo_pedido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pagamento aprovado/recusado, aprovar, cancelar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ltcl_reembolso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(cancela, devolve) e rejeitar (retoma)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ltcl_sku_item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SKU com prefixo da categoria e sequencial único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ltcl_persistencia_endereco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COMMIT ENTITIES real; CEP gravado é somente leitura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3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BOs com comportamento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Draft, regras on modify e on save, feature control, EML entre BOs, ViaCEP, autorização e testes.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Serviços OData: expor e publicar os BOs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2026-10-20T02:47:45Z</dcterms:created>
  <dcterms:modified xsi:type="dcterms:W3CDTF">2026-10-20T02:47:45Z</dcterms:modified>
</cp:coreProperties>
</file>