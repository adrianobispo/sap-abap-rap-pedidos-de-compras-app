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4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  <Relationship Id="rId47" Type="http://schemas.openxmlformats.org/officeDocument/2006/relationships/slide" Target="slides/slide4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usa, no SAP BTP,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On-Premise, a mesma classe ZCL_PC_VIACEP usa a API clássica CL_HTTP_CLIENT (pasta ZCL_PC_VIACEP_T2). Como o pacote é Standard ABAP, ela ativa sem subpacote separado nem contrato C1. Host, porta, SSL e proxy ficam na destination Z_VIACEP (SM59, tipo G); a confiança TLS fica na PSE SSL Client (Anonymous) do STRUST. O report ZPC_TESTE_VIACEP testa a destination antes da app. Passo a passo em abap/README.md,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DE 5 · SAP RAP NO BTP OU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Comportamento RAP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 BTP, trocar create_by_url por Communication Arrangement; no On-Premise, ver o próximo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validations, quatro determinations, a ação de endereço principal, a consulta ao ViaCEP e o bloqueio da exclusão de cliente com pedido.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Bloqueia cliente com pedido ativo ou em rascunho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Marca um endereço como principal e desmarca os outros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ItemAtivo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Pagamento simulado; aprovado vai a 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15 testes ABAP Unit na classe de simulação.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On-Premise e fora do trial: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permanentes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50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ZCL_PC_UTIL, todos passando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Outras classes com testes: ZCL_PC_PAGAMENTO_SIM, ZCL_PC_IMPORTACAO e ZCL_PC_PLANILHA.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de teste local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ltcl_digitos_cpf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CPF e telefone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ltcl_email_imagem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e-mail e JPEG/PNG/WEBP (MIME, extensão, assinatura)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ltcl_registro_pedido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Save cria pedido ABERTO, número e reserva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ltcl_edicao_pedido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alterar, incluir e remover item com reserva incremental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ltcl_ciclo_pedido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pagamento aprovado/recusado, aprovar, cancelar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ltcl_reembolso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(cancela, devolve) e rejeitar (retoma)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ltcl_sku_item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SKU com prefixo da categoria e sequencial único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ltcl_persistencia_endereco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COMMIT ENTITIES real; CEP gravado é somente leitura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BOs com comportamento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Regras de cada BO implementadas: draft, determinations, validations, actions, EML, ViaCEP, autorização e testes.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Serviços OData: expor e publicar os BOs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(ON-PREMISE)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 no On-Premise: SM59 e STRUST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 (_T2)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cl_http_utility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set_request_uri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|/ws/{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status e JSON: mesma regra da versão BTP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SM59 Z_VIACEP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(HTTP externo)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Host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viacep.com.br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No.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Prefix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(vazio)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Logon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· ANONYM SSL Client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Pacote Standard ABAP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CL_HTTP_CLIENT é API clássica: em Standard ABAP a classe ativa sem contrato C1, com a mesma interface.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STRUST e teste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Raiz USERTrust RSA na PSE SSL Client (Anonymous); ZPC_TESTE_VIACEP deve retornar HTTP 200.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