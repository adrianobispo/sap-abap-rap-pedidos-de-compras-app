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a4782b8-12e0-52d5-db7f-4cebf5ca5e7f}">
          <p14:sldIdLst>
            <p14:sldId id="256"/>
            <p14:sldId id="257"/>
            <p14:sldId id="258"/>
          </p14:sldIdLst>
        </p14:section>
        <p14:section name="Estrutura" id="{595c6dc3-da62-f592-bd01-54ab87797e7d}">
          <p14:sldIdLst>
            <p14:sldId id="259"/>
            <p14:sldId id="260"/>
            <p14:sldId id="261"/>
            <p14:sldId id="262"/>
            <p14:sldId id="263"/>
          </p14:sldIdLst>
        </p14:section>
        <p14:section name="Draft e integridade" id="{47d78d52-1bd0-98e7-94ec-3bcff4bcc196}">
          <p14:sldIdLst>
            <p14:sldId id="264"/>
            <p14:sldId id="265"/>
            <p14:sldId id="266"/>
          </p14:sldIdLst>
        </p14:section>
        <p14:section name="Encerramento" id="{45559ad1-1764-e517-4618-bba52d766df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tabelas ativas e draft, chaves, CodeLists e a integridade garantida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pacotes seguem o prefixo ZAVBS_ do sistema onde o projeto foi desenvolvido. Cada domínio guarda suas tabelas, CDS, behavior pools e serviço; o pacote comum concentra o que é transversal.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tabelas seguem o mesmo esqueleto: client, chave UUID técnica, campos de negócio com tipos ABAP embutidos e os cinco campos administrativos que o RAP usa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coluna criticality (0 neutro, 1 vermelho, 2 amarelo, 3 verde) é lida pelas value helps e vira a cor do ObjectStatus no Fiori Elements, exatamente como nos pills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 objeto de numeração ZPC_NR precisa de buffer em memória, senão o GET NUMBER dispara um UPDATE síncrono proibido dentro da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Modelagem de dados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em ABAP Cloud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Backend no SAP BTP ABAP Environment (trial, software component ZLOCAL), escrito em ABAP Cloud com RAP managed e draft;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ABAP Environment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ABAP Cloud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IAM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software component ZLOCAL · ABAP Cloud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tabela: ZTA_PC_PEDIDO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922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922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4739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4739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EDIDO.aba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ZTA_PC_PEDIDO.abap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ZTA_PC_PEDIDO.abap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1722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 de compra'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7315200" y="1645920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primary-key"/>
          <p:cNvSpPr/>
          <p:nvPr/>
        </p:nvSpPr>
        <p:spPr>
          <a:xfrm>
            <a:off x="749808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193852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119872" y="17739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Chave UUID técnica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19872" y="2057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sysuuid_x16 gerado pelo RAP (numbering : managed); o número legível fica em numero_pedido.</a:t>
            </a:r>
            <a:endParaRPr lang="en-US" sz="1100" dirty="0"/>
          </a:p>
        </p:txBody>
      </p:sp>
      <p:sp>
        <p:nvSpPr>
          <p:cNvPr id="18" name="Cartão"/>
          <p:cNvSpPr/>
          <p:nvPr/>
        </p:nvSpPr>
        <p:spPr>
          <a:xfrm>
            <a:off x="7315200" y="2807208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number-sign"/>
          <p:cNvSpPr/>
          <p:nvPr/>
        </p:nvSpPr>
        <p:spPr>
          <a:xfrm>
            <a:off x="7498080" y="2990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0" name="Image 1" descr="number-s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8" y="30998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119872" y="2935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Tipos ABAP embutidos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119872" y="321868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abap.char, abap.curr, xfeld… sem domínios nem elementos de dados próprios desde a v1.5.</a:t>
            </a:r>
            <a:endParaRPr lang="en-US" sz="1100" dirty="0"/>
          </a:p>
        </p:txBody>
      </p:sp>
      <p:sp>
        <p:nvSpPr>
          <p:cNvPr id="23" name="Cartão"/>
          <p:cNvSpPr/>
          <p:nvPr/>
        </p:nvSpPr>
        <p:spPr>
          <a:xfrm>
            <a:off x="7315200" y="3968496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money-bills"/>
          <p:cNvSpPr/>
          <p:nvPr/>
        </p:nvSpPr>
        <p:spPr>
          <a:xfrm>
            <a:off x="7498080" y="415137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5" name="Image 2" descr="money-bil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8" y="4261104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19872" y="4096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Valor com moeda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4379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abap.curr ligado a abap.cuky por @Semantics.amount.currencyCode.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7315200" y="5129784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history"/>
          <p:cNvSpPr/>
          <p:nvPr/>
        </p:nvSpPr>
        <p:spPr>
          <a:xfrm>
            <a:off x="7498080" y="531266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0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8" y="542239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119872" y="5257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Campos administrativos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554126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abp_* alimentam ETag, lock total e auditoria (criado/alterado por e em).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Status com criticality, prontos para o Fiori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4937760" cy="2423160"/>
          </a:xfrm>
          <a:prstGeom prst="roundRect">
            <a:avLst>
              <a:gd name="adj" fmla="val 377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4937760" cy="2075688"/>
          </a:xfrm>
          <a:prstGeom prst="roundRect">
            <a:avLst>
              <a:gd name="adj" fmla="val 4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49194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49194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ODELIST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ZTA_PC_CODELIST.abap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ZTA_PC_CODELIST.abap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617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8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9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20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21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22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5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6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7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8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31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32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33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6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7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8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number-sign"/>
          <p:cNvSpPr/>
          <p:nvPr/>
        </p:nvSpPr>
        <p:spPr>
          <a:xfrm>
            <a:off x="736092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number-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594" y="200619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92440" y="1874520"/>
            <a:ext cx="3367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Number Range ZPC_NR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7360920" y="2651760"/>
            <a:ext cx="40078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D3E"/>
                </a:solidFill>
              </a:rPr>
              <a:t>Domínio ZPC_NR_NUMC10 (NUMC 10), sem subobjeto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D3E"/>
                </a:solidFill>
              </a:rPr>
              <a:t>Intervalo 01: número do pedido · intervalo 02: SKU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D2D3E"/>
                </a:solidFill>
              </a:rPr>
              <a:t>Main Memory Buffering ligado, com números no buffer &gt; 0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7360920" y="4160520"/>
            <a:ext cx="4007815" cy="1691640"/>
          </a:xfrm>
          <a:prstGeom prst="roundRect">
            <a:avLst>
              <a:gd name="adj" fmla="val 6486"/>
            </a:avLst>
          </a:prstGeom>
          <a:solidFill>
            <a:srgbClr val="FFEAF4"/>
          </a:solidFill>
          <a:ln/>
        </p:spPr>
      </p:sp>
      <p:pic>
        <p:nvPicPr>
          <p:cNvPr id="14" name="Image 1" descr="message-err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343400"/>
            <a:ext cx="329184" cy="32918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01000" y="4343400"/>
            <a:ext cx="3184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Sem buffer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7543800" y="475488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GET NUMBER faz UPDATE síncrono em NRIV dentro da transação RAP e o save termina em dump BEHAVIOR_ILLEGAL_STATEMENT.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Dados modelados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tabelas ativas, oito drafts, CodeLists com criticality e unicidade garantida no banco.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Core Data Services: o modelo virtual sobre as tabelas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2026-10-20T02:47:38Z</dcterms:created>
  <dcterms:modified xsi:type="dcterms:W3CDTF">2026-10-20T02:47:38Z</dcterms:modified>
</cp:coreProperties>
</file>